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7" d="100"/>
          <a:sy n="57" d="100"/>
        </p:scale>
        <p:origin x="99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5/13/2024</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5/13/2024</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A0C2-2205-884C-C6C9-A4DA0DDEA747}"/>
              </a:ext>
            </a:extLst>
          </p:cNvPr>
          <p:cNvSpPr>
            <a:spLocks noGrp="1"/>
          </p:cNvSpPr>
          <p:nvPr>
            <p:ph type="ctrTitle"/>
          </p:nvPr>
        </p:nvSpPr>
        <p:spPr>
          <a:xfrm>
            <a:off x="-321469" y="1031081"/>
            <a:ext cx="12180094" cy="1826419"/>
          </a:xfrm>
        </p:spPr>
        <p:txBody>
          <a:bodyPr>
            <a:normAutofit/>
          </a:bodyPr>
          <a:lstStyle/>
          <a:p>
            <a:r>
              <a:rPr lang="en-US" b="1" dirty="0">
                <a:latin typeface="Georgia" panose="02040502050405020303" pitchFamily="18" charset="0"/>
              </a:rPr>
              <a:t>Hospital management system</a:t>
            </a:r>
          </a:p>
        </p:txBody>
      </p:sp>
      <p:sp>
        <p:nvSpPr>
          <p:cNvPr id="3" name="Subtitle 2">
            <a:extLst>
              <a:ext uri="{FF2B5EF4-FFF2-40B4-BE49-F238E27FC236}">
                <a16:creationId xmlns:a16="http://schemas.microsoft.com/office/drawing/2014/main" id="{3D2E6AFE-CB42-42B2-C51C-CFDA12E280B0}"/>
              </a:ext>
            </a:extLst>
          </p:cNvPr>
          <p:cNvSpPr>
            <a:spLocks noGrp="1"/>
          </p:cNvSpPr>
          <p:nvPr>
            <p:ph type="subTitle" idx="1"/>
          </p:nvPr>
        </p:nvSpPr>
        <p:spPr>
          <a:xfrm rot="10800000" flipV="1">
            <a:off x="2875356" y="3429001"/>
            <a:ext cx="6768706" cy="1982390"/>
          </a:xfrm>
        </p:spPr>
        <p:txBody>
          <a:bodyPr>
            <a:normAutofit fontScale="92500" lnSpcReduction="20000"/>
          </a:bodyPr>
          <a:lstStyle/>
          <a:p>
            <a:pPr algn="ctr"/>
            <a:r>
              <a:rPr lang="en-US" sz="2400" b="1" dirty="0"/>
              <a:t>(Created By) </a:t>
            </a:r>
          </a:p>
          <a:p>
            <a:pPr algn="ctr"/>
            <a:r>
              <a:rPr lang="en-US" sz="2400" b="1" dirty="0"/>
              <a:t>Syed </a:t>
            </a:r>
            <a:r>
              <a:rPr lang="en-US" sz="2400" b="1" dirty="0" err="1"/>
              <a:t>shayaN</a:t>
            </a:r>
            <a:r>
              <a:rPr lang="en-US" sz="2400" b="1" dirty="0"/>
              <a:t> Arshad   :  2023-CS-625</a:t>
            </a:r>
          </a:p>
          <a:p>
            <a:pPr algn="ctr"/>
            <a:r>
              <a:rPr lang="en-US" sz="2400" b="1" dirty="0"/>
              <a:t>Adeel-</a:t>
            </a:r>
            <a:r>
              <a:rPr lang="en-US" sz="2400" b="1" dirty="0" err="1"/>
              <a:t>uR</a:t>
            </a:r>
            <a:r>
              <a:rPr lang="en-US" sz="2400" b="1" dirty="0"/>
              <a:t>-</a:t>
            </a:r>
            <a:r>
              <a:rPr lang="en-US" sz="2400" b="1" dirty="0" err="1"/>
              <a:t>rehman</a:t>
            </a:r>
            <a:r>
              <a:rPr lang="en-US" sz="2400" b="1" dirty="0"/>
              <a:t>        :  2023-CS-625</a:t>
            </a:r>
          </a:p>
          <a:p>
            <a:pPr algn="ctr"/>
            <a:r>
              <a:rPr lang="en-US" sz="2400" b="1" dirty="0"/>
              <a:t>Hammad Khalid           :  2023-CS-637</a:t>
            </a:r>
          </a:p>
          <a:p>
            <a:pPr algn="ctr"/>
            <a:r>
              <a:rPr lang="en-US" sz="2400" b="1" dirty="0"/>
              <a:t>Waqar Haider               :  2023-CS-640</a:t>
            </a:r>
            <a:r>
              <a:rPr lang="en-US" dirty="0"/>
              <a:t>   </a:t>
            </a:r>
          </a:p>
        </p:txBody>
      </p:sp>
    </p:spTree>
    <p:extLst>
      <p:ext uri="{BB962C8B-B14F-4D97-AF65-F5344CB8AC3E}">
        <p14:creationId xmlns:p14="http://schemas.microsoft.com/office/powerpoint/2010/main" val="1151489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0D8AD-A6F4-8401-A6AC-BEBA830F806F}"/>
              </a:ext>
            </a:extLst>
          </p:cNvPr>
          <p:cNvSpPr>
            <a:spLocks noGrp="1"/>
          </p:cNvSpPr>
          <p:nvPr>
            <p:ph type="title"/>
          </p:nvPr>
        </p:nvSpPr>
        <p:spPr>
          <a:xfrm>
            <a:off x="685801" y="625078"/>
            <a:ext cx="10131425" cy="1518047"/>
          </a:xfrm>
        </p:spPr>
        <p:txBody>
          <a:bodyPr/>
          <a:lstStyle/>
          <a:p>
            <a:r>
              <a:rPr lang="en-US" b="1" dirty="0">
                <a:latin typeface="Georgia" panose="02040502050405020303" pitchFamily="18" charset="0"/>
              </a:rPr>
              <a:t>Introduction</a:t>
            </a:r>
          </a:p>
        </p:txBody>
      </p:sp>
      <p:sp>
        <p:nvSpPr>
          <p:cNvPr id="3" name="Content Placeholder 2">
            <a:extLst>
              <a:ext uri="{FF2B5EF4-FFF2-40B4-BE49-F238E27FC236}">
                <a16:creationId xmlns:a16="http://schemas.microsoft.com/office/drawing/2014/main" id="{06C57133-CD42-2C2E-2943-A3B4DB3F884F}"/>
              </a:ext>
            </a:extLst>
          </p:cNvPr>
          <p:cNvSpPr>
            <a:spLocks noGrp="1"/>
          </p:cNvSpPr>
          <p:nvPr>
            <p:ph idx="1"/>
          </p:nvPr>
        </p:nvSpPr>
        <p:spPr>
          <a:xfrm>
            <a:off x="685800" y="1696640"/>
            <a:ext cx="10131425" cy="4018360"/>
          </a:xfrm>
        </p:spPr>
        <p:txBody>
          <a:bodyPr>
            <a:normAutofit/>
          </a:bodyPr>
          <a:lstStyle/>
          <a:p>
            <a:r>
              <a:rPr lang="en-US" sz="2400" b="1" dirty="0"/>
              <a:t>Welcome to our presentation on the Hospital Management System Database Project.</a:t>
            </a:r>
          </a:p>
          <a:p>
            <a:r>
              <a:rPr lang="en-US" sz="2400" b="1" dirty="0"/>
              <a:t>In today’s healthcare landscape, efficient management of hospital resources is essential. </a:t>
            </a:r>
          </a:p>
          <a:p>
            <a:r>
              <a:rPr lang="en-US" sz="2400" b="1" dirty="0"/>
              <a:t>Our project aims to address the challenges faced by healthcare facilities in managing patient records, doctors, room and payments efficiently. </a:t>
            </a:r>
          </a:p>
          <a:p>
            <a:r>
              <a:rPr lang="en-US" sz="2400" b="1" dirty="0"/>
              <a:t>Join us as we explore how our database system can revolutionize hospital management.</a:t>
            </a:r>
          </a:p>
        </p:txBody>
      </p:sp>
    </p:spTree>
    <p:extLst>
      <p:ext uri="{BB962C8B-B14F-4D97-AF65-F5344CB8AC3E}">
        <p14:creationId xmlns:p14="http://schemas.microsoft.com/office/powerpoint/2010/main" val="3968224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B887E-D9ED-94C7-4689-5D1CBD944B15}"/>
              </a:ext>
            </a:extLst>
          </p:cNvPr>
          <p:cNvSpPr>
            <a:spLocks noGrp="1"/>
          </p:cNvSpPr>
          <p:nvPr>
            <p:ph type="title"/>
          </p:nvPr>
        </p:nvSpPr>
        <p:spPr/>
        <p:txBody>
          <a:bodyPr/>
          <a:lstStyle/>
          <a:p>
            <a:r>
              <a:rPr lang="en-US" b="1" dirty="0">
                <a:latin typeface="Georgia" panose="02040502050405020303" pitchFamily="18" charset="0"/>
              </a:rPr>
              <a:t>System Components</a:t>
            </a:r>
          </a:p>
        </p:txBody>
      </p:sp>
      <p:sp>
        <p:nvSpPr>
          <p:cNvPr id="3" name="Content Placeholder 2">
            <a:extLst>
              <a:ext uri="{FF2B5EF4-FFF2-40B4-BE49-F238E27FC236}">
                <a16:creationId xmlns:a16="http://schemas.microsoft.com/office/drawing/2014/main" id="{8722B4C7-A821-3D59-B0B5-EF8CD92E4F6B}"/>
              </a:ext>
            </a:extLst>
          </p:cNvPr>
          <p:cNvSpPr>
            <a:spLocks noGrp="1"/>
          </p:cNvSpPr>
          <p:nvPr>
            <p:ph idx="1"/>
          </p:nvPr>
        </p:nvSpPr>
        <p:spPr>
          <a:xfrm rot="10800000" flipV="1">
            <a:off x="685801" y="1910954"/>
            <a:ext cx="9822658" cy="3863446"/>
          </a:xfrm>
        </p:spPr>
        <p:txBody>
          <a:bodyPr>
            <a:noAutofit/>
          </a:bodyPr>
          <a:lstStyle/>
          <a:p>
            <a:r>
              <a:rPr lang="en-US" sz="2400" b="1" dirty="0"/>
              <a:t>Our system architecture is centralized, facilitating seamless data management.</a:t>
            </a:r>
          </a:p>
          <a:p>
            <a:r>
              <a:rPr lang="en-US" sz="2400" b="1" dirty="0"/>
              <a:t>Doctors Includes doctor information and check patients. </a:t>
            </a:r>
          </a:p>
          <a:p>
            <a:r>
              <a:rPr lang="en-US" sz="2400" b="1" dirty="0"/>
              <a:t>Patients Keep track of patient information and examine by respective doctor.  </a:t>
            </a:r>
          </a:p>
          <a:p>
            <a:r>
              <a:rPr lang="en-US" sz="2400" b="1" dirty="0"/>
              <a:t>Rooms Monitor room availability depending on room number.  </a:t>
            </a:r>
          </a:p>
          <a:p>
            <a:r>
              <a:rPr lang="en-US" sz="2400" b="1" dirty="0"/>
              <a:t>Bills section Create overall charges for that a patient pay. </a:t>
            </a:r>
          </a:p>
          <a:p>
            <a:r>
              <a:rPr lang="en-US" sz="2400" b="1" dirty="0"/>
              <a:t>Payments Record and process payments for medical expenses.</a:t>
            </a:r>
          </a:p>
        </p:txBody>
      </p:sp>
    </p:spTree>
    <p:extLst>
      <p:ext uri="{BB962C8B-B14F-4D97-AF65-F5344CB8AC3E}">
        <p14:creationId xmlns:p14="http://schemas.microsoft.com/office/powerpoint/2010/main" val="3153886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08536-10DE-058A-AE46-2FE2A1704A9E}"/>
              </a:ext>
            </a:extLst>
          </p:cNvPr>
          <p:cNvSpPr>
            <a:spLocks noGrp="1"/>
          </p:cNvSpPr>
          <p:nvPr>
            <p:ph type="title"/>
          </p:nvPr>
        </p:nvSpPr>
        <p:spPr/>
        <p:txBody>
          <a:bodyPr>
            <a:normAutofit/>
          </a:bodyPr>
          <a:lstStyle/>
          <a:p>
            <a:r>
              <a:rPr lang="en-US" b="1" dirty="0">
                <a:latin typeface="Georgia" panose="02040502050405020303" pitchFamily="18" charset="0"/>
              </a:rPr>
              <a:t>Functionality</a:t>
            </a:r>
          </a:p>
        </p:txBody>
      </p:sp>
      <p:sp>
        <p:nvSpPr>
          <p:cNvPr id="3" name="Content Placeholder 2">
            <a:extLst>
              <a:ext uri="{FF2B5EF4-FFF2-40B4-BE49-F238E27FC236}">
                <a16:creationId xmlns:a16="http://schemas.microsoft.com/office/drawing/2014/main" id="{5A6FED0E-4462-7114-41B7-C40D95DC0180}"/>
              </a:ext>
            </a:extLst>
          </p:cNvPr>
          <p:cNvSpPr>
            <a:spLocks noGrp="1"/>
          </p:cNvSpPr>
          <p:nvPr>
            <p:ph idx="1"/>
          </p:nvPr>
        </p:nvSpPr>
        <p:spPr>
          <a:xfrm rot="10800000" flipV="1">
            <a:off x="685801" y="946547"/>
            <a:ext cx="10779924" cy="5661423"/>
          </a:xfrm>
        </p:spPr>
        <p:txBody>
          <a:bodyPr>
            <a:noAutofit/>
          </a:bodyPr>
          <a:lstStyle/>
          <a:p>
            <a:pPr marL="0" indent="0">
              <a:buNone/>
            </a:pPr>
            <a:r>
              <a:rPr lang="en-US" sz="2400" b="1" dirty="0"/>
              <a:t>The system have efficient and proper functionality that is:</a:t>
            </a:r>
          </a:p>
          <a:p>
            <a:r>
              <a:rPr lang="en-US" sz="2400" b="1" dirty="0"/>
              <a:t>Add Room include new rooms with details such as room number, type, and availability. </a:t>
            </a:r>
          </a:p>
          <a:p>
            <a:r>
              <a:rPr lang="en-US" sz="2400" b="1" dirty="0"/>
              <a:t>Add Doctor Include new doctors by providing their name, specialization, and contact information.</a:t>
            </a:r>
          </a:p>
          <a:p>
            <a:r>
              <a:rPr lang="en-US" sz="2400" b="1" dirty="0"/>
              <a:t> Add Patient Register new patients with essential information like name, age, and Disease. </a:t>
            </a:r>
          </a:p>
          <a:p>
            <a:r>
              <a:rPr lang="en-US" sz="2400" b="1" dirty="0"/>
              <a:t> Billing Generate bill of all </a:t>
            </a:r>
            <a:r>
              <a:rPr lang="en-US" sz="2400" b="1" dirty="0" err="1"/>
              <a:t>expences</a:t>
            </a:r>
            <a:r>
              <a:rPr lang="en-US" sz="2400" b="1" dirty="0"/>
              <a:t> for patients based on patient ID. </a:t>
            </a:r>
          </a:p>
        </p:txBody>
      </p:sp>
    </p:spTree>
    <p:extLst>
      <p:ext uri="{BB962C8B-B14F-4D97-AF65-F5344CB8AC3E}">
        <p14:creationId xmlns:p14="http://schemas.microsoft.com/office/powerpoint/2010/main" val="2715941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13184-62E0-C619-787D-55D4EC6D06FC}"/>
              </a:ext>
            </a:extLst>
          </p:cNvPr>
          <p:cNvSpPr>
            <a:spLocks noGrp="1"/>
          </p:cNvSpPr>
          <p:nvPr>
            <p:ph type="title"/>
          </p:nvPr>
        </p:nvSpPr>
        <p:spPr>
          <a:xfrm>
            <a:off x="685800" y="716756"/>
            <a:ext cx="9656367" cy="908447"/>
          </a:xfrm>
        </p:spPr>
        <p:txBody>
          <a:bodyPr/>
          <a:lstStyle/>
          <a:p>
            <a:r>
              <a:rPr lang="en-US" b="1" dirty="0">
                <a:latin typeface="Georgia" panose="02040502050405020303" pitchFamily="18" charset="0"/>
              </a:rPr>
              <a:t>Functionality</a:t>
            </a:r>
          </a:p>
        </p:txBody>
      </p:sp>
      <p:sp>
        <p:nvSpPr>
          <p:cNvPr id="3" name="Content Placeholder 2">
            <a:extLst>
              <a:ext uri="{FF2B5EF4-FFF2-40B4-BE49-F238E27FC236}">
                <a16:creationId xmlns:a16="http://schemas.microsoft.com/office/drawing/2014/main" id="{A21A3FFA-453B-DF84-737A-AD13A2623D41}"/>
              </a:ext>
            </a:extLst>
          </p:cNvPr>
          <p:cNvSpPr>
            <a:spLocks noGrp="1"/>
          </p:cNvSpPr>
          <p:nvPr>
            <p:ph idx="1"/>
          </p:nvPr>
        </p:nvSpPr>
        <p:spPr>
          <a:xfrm rot="10800000" flipV="1">
            <a:off x="685799" y="1857376"/>
            <a:ext cx="10131425" cy="2946796"/>
          </a:xfrm>
        </p:spPr>
        <p:txBody>
          <a:bodyPr>
            <a:noAutofit/>
          </a:bodyPr>
          <a:lstStyle/>
          <a:p>
            <a:r>
              <a:rPr lang="en-US" sz="2400" b="1" dirty="0">
                <a:latin typeface="Calibri" panose="020F0502020204030204" pitchFamily="34" charset="0"/>
              </a:rPr>
              <a:t>Payment Process payments securely through various methods like cash or Cheque.  </a:t>
            </a:r>
          </a:p>
          <a:p>
            <a:r>
              <a:rPr lang="en-US" sz="2400" b="1" dirty="0">
                <a:latin typeface="Calibri" panose="020F0502020204030204" pitchFamily="34" charset="0"/>
              </a:rPr>
              <a:t>Reports Generate detailed reports to analyze hospital performance and trends. </a:t>
            </a:r>
          </a:p>
          <a:p>
            <a:r>
              <a:rPr lang="en-US" sz="2400" b="1" dirty="0">
                <a:latin typeface="Calibri" panose="020F0502020204030204" pitchFamily="34" charset="0"/>
              </a:rPr>
              <a:t>Log Out Securely exit the system to protect sensitive data and maintain confidentiality.</a:t>
            </a:r>
          </a:p>
        </p:txBody>
      </p:sp>
    </p:spTree>
    <p:extLst>
      <p:ext uri="{BB962C8B-B14F-4D97-AF65-F5344CB8AC3E}">
        <p14:creationId xmlns:p14="http://schemas.microsoft.com/office/powerpoint/2010/main" val="3548893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AE4BA-C69E-4FE5-E793-D6A54FA125AC}"/>
              </a:ext>
            </a:extLst>
          </p:cNvPr>
          <p:cNvSpPr>
            <a:spLocks noGrp="1"/>
          </p:cNvSpPr>
          <p:nvPr>
            <p:ph type="title"/>
          </p:nvPr>
        </p:nvSpPr>
        <p:spPr/>
        <p:txBody>
          <a:bodyPr/>
          <a:lstStyle/>
          <a:p>
            <a:r>
              <a:rPr lang="en-US" b="1" dirty="0">
                <a:latin typeface="Georgia" panose="02040502050405020303" pitchFamily="18" charset="0"/>
              </a:rPr>
              <a:t>Conclusion</a:t>
            </a:r>
          </a:p>
        </p:txBody>
      </p:sp>
      <p:sp>
        <p:nvSpPr>
          <p:cNvPr id="3" name="Content Placeholder 2">
            <a:extLst>
              <a:ext uri="{FF2B5EF4-FFF2-40B4-BE49-F238E27FC236}">
                <a16:creationId xmlns:a16="http://schemas.microsoft.com/office/drawing/2014/main" id="{4C705A76-D695-698A-DF58-4165E8ABADB0}"/>
              </a:ext>
            </a:extLst>
          </p:cNvPr>
          <p:cNvSpPr>
            <a:spLocks noGrp="1"/>
          </p:cNvSpPr>
          <p:nvPr>
            <p:ph idx="1"/>
          </p:nvPr>
        </p:nvSpPr>
        <p:spPr>
          <a:xfrm>
            <a:off x="685796" y="446484"/>
            <a:ext cx="8761814" cy="4750594"/>
          </a:xfrm>
        </p:spPr>
        <p:txBody>
          <a:bodyPr>
            <a:noAutofit/>
          </a:bodyPr>
          <a:lstStyle/>
          <a:p>
            <a:r>
              <a:rPr lang="en-US" sz="2400" b="1" dirty="0"/>
              <a:t>In conclusion, the Hospital Management System simplifies healthcare administration by efficiently organizing doctors, patients, rooms, bills, and payments. By embracing this system, hospitals can enhance their operational efficiency and ensure better patient care.</a:t>
            </a:r>
          </a:p>
        </p:txBody>
      </p:sp>
    </p:spTree>
    <p:extLst>
      <p:ext uri="{BB962C8B-B14F-4D97-AF65-F5344CB8AC3E}">
        <p14:creationId xmlns:p14="http://schemas.microsoft.com/office/powerpoint/2010/main" val="1785969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otalTime>2</TotalTime>
  <Words>303</Words>
  <Application>Microsoft Office PowerPoint</Application>
  <PresentationFormat>Widescreen</PresentationFormat>
  <Paragraphs>30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Georgia</vt:lpstr>
      <vt:lpstr>Celestial</vt:lpstr>
      <vt:lpstr>Hospital management system</vt:lpstr>
      <vt:lpstr>Introduction</vt:lpstr>
      <vt:lpstr>System Components</vt:lpstr>
      <vt:lpstr>Functionality</vt:lpstr>
      <vt:lpstr>Functionality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management system</dc:title>
  <dc:creator>Hammad Khalid</dc:creator>
  <cp:lastModifiedBy>Syed Shayan</cp:lastModifiedBy>
  <cp:revision>12</cp:revision>
  <dcterms:created xsi:type="dcterms:W3CDTF">2024-05-10T05:46:28Z</dcterms:created>
  <dcterms:modified xsi:type="dcterms:W3CDTF">2024-05-13T15:41:06Z</dcterms:modified>
</cp:coreProperties>
</file>